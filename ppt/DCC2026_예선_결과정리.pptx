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단계별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(내부 분할)</c:v>
                  </c:pt>
                  <c:pt idx="1">
                    <c:v>L1 GBM
(공식 Val)</c:v>
                  </c:pt>
                  <c:pt idx="2">
                    <c:v>L2 CNN
(공식 Val)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83.78</c:v>
                </c:pt>
                <c:pt idx="1">
                  <c:v>86.4</c:v>
                </c:pt>
                <c:pt idx="2">
                  <c:v>90.89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맑은 고딕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맑은 고딕"/>
              </a:rPr>
              <a:t>최종 RoBERTa 시드별·앙상블 공식 Val F1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 (%)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RoBERTa s42</c:v>
                  </c:pt>
                  <c:pt idx="1">
                    <c:v>RoBERTa s43</c:v>
                  </c:pt>
                  <c:pt idx="2">
                    <c:v>RoBERTa s44</c:v>
                  </c:pt>
                  <c:pt idx="3">
                    <c:v>최종 앙상블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64.79</c:v>
                </c:pt>
                <c:pt idx="1">
                  <c:v>64.41</c:v>
                </c:pt>
                <c:pt idx="2">
                  <c:v>64.45</c:v>
                </c:pt>
                <c:pt idx="3">
                  <c:v>65.34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심사라 '다른 건 안 해봤나' 질문에 답할 기회가 없음 — 분석 과정 자체를 슬라이드에 그대로 옮김.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 상태(2026-10-07 기준): scripts/mission1_inference.py 구현 완료, CSV 스모크 테스트(헤더·행 수·UTF-8)는 아직 미확인 — m1_submission_checklist.md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'결과'·'상태' 열은 decisions.md 최신 항목으로 계속 갱신. ECAPA 파일럿 결과가 나오면 바로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과거 앙상블 r3+k12+p0은 0.6510으로 기각; 최종 제출 모델은 100% Training 기반 RoBERTa 3-seed + TF-IDF 앙상블로 별도 채택.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다른 접근 비교)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로지스틱 회귀·LightGBM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(19p)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52차원 음향 특징 → 로지스틱 회귀 → 공식 Validation Accuracy 95.11%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미션 정의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420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통화에서 신고자의 발화만 듣고, 성별이 남성인지 여성인지 맞힌다.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35808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1272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836621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06698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06698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06698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06698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743858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86120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56197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56197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56197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56197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93357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35618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905695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905695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05695" y="3730752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05695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042855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7200" y="4937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핵심 결과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193792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8521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3,640건)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10819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 94.92% 대비 +0.19%p — 더 단순하고 해석 쉬운 로지스틱 회귀 채택 (2026-10-05 고정)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① 음향 특징 구성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목소리를 52차원 숫자로 압축 — 어떤 정보를 담았는지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42316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음향 특징 구성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7889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3931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핵심 패턴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RMS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음량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ZCR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음높이 변화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Spectral 4종×2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"밝기"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31520" y="557784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52차원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duration(발화 길이)는 의도적으로 제외 — 길이로 성별을 "눈치채는" 손쉬운 지름길 학습 방지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reports/mission1/m1_exp_log.json "고정 변수"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② 시행착오: 어떤 모델을 왜 골랐나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LightGBM과 로지스틱 회귀 차이는 0.19%p — 더 복잡한 모델이 꼭 낫지는 않았다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33472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45820"/>
                <a:gridCol w="8458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3840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4526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점검: 내부 94.8~95.0% vs 공식 95.1% — 차이 작아 뚜렷한 leakage 징후 없음(증명은 아님)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Shape 10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7589520" y="2359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로지스틱 회귀를 골랐나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589520" y="26974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차이 0.19%p (오분류 7건 차이)로 작음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회귀가 더 단순하고 해석하기 쉬움 — 계수로 어떤 특징이 영향 줬는지 바로 확인 가능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recall_F 95.87% / recall_M 94.23% 모두 93~96%대로 균형 — 다수 클래스(F)만 찍는 편향 없음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LightGBM은 폐기가 아니라 향후 feature 확장 실험용 비교 baseline으로 유지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reports/mission1/m1_val_eval.json, m1_val_bootstrap_ci.json, M1_error_analysis_report.md 1·2절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③ 시행착오: 오류 원인을 찾아본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길이·발화 수·겹침, 52차원 feature까지 들여다봤지만 뚜렷한 단일 원인은 못 찾음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발화 길이 · 조각 수 · 겹침 비율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7004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178건을 분위(quintile) 5구간으로 나눠 구간별 오류율 비교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2801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Q1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Q5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길이(초)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(최장)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1.65%p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조각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5.88%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−1.77%p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(방향 반대)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 비율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발화 수도 적은 조합(n=1,506) 오류율 4.38% — 전체 평균(4.89%)보다 오히려 낮음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겹침 0구간(n=137) 오류율 2.92%는 표본이 작아 참고용 (순위 판단에 쓰지 않음)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feature 탐색 (Cohen's d)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15888" y="267004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계수 절댓값 상위 15개 안에 피치 직결 지표(zcr_mean·spectral_centroid_mean·mfcc_mean_0~3)는 없음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15888" y="32004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오류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축 (|d|&gt;1)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F→M (n=81)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mfcc_std_19 / 17 / 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−1.24 ~ −1.10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M→F (n=97)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mfcc_std_17 / 16 / 19 외 2개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+1.34 ~ +1.83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415888" y="4526280"/>
            <a:ext cx="513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spectral 지표 6개 중 반대 성별 평균에 더 가까운 개수: F 오류 2/6, M 오류 3/6 — 과반에 못 미치거나 절반 수준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33008" y="5166360"/>
            <a:ext cx="5501488" cy="868680"/>
          </a:xfrm>
          <a:prstGeom prst="roundRect">
            <a:avLst>
              <a:gd name="adj" fmla="val 10526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15888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사후 탐색(post-hoc) 결과 — </a:t>
            </a:r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 feature를 전부 탐색한 뒤 값이 큰 축만 추려 보여준 것이라 다중비교 편향 가능. 오분류 표본도 81·97건으로 작아 "이게 원인이다"라고 확정하지 않음.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M1_error_analysis_report.md 3·4·5절, m1_val_error_analysis.json, m1_val_error_rows.parquet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 Accuracy 95.11%, 95% CI [94.40, 95.82] — 로지스틱 회귀를 제출 후보로 확정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227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 [94.40, 95.82]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 F 95.87% · recall M 94.23%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53개(가중치 52+절편) · CPU 추론 · Validation 3,640건 일괄 처리</a:t>
            </a:r>
            <a:endParaRPr lang="en-US" sz="9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383280" y="2377440"/>
          <a:ext cx="36576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7498080" y="23774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docs/decisions.md 2026-10-05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결론과 다음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관찰(사실)과 해석(판단)을 구분해서 기록 — 추가 검증 전까지는 확정 결론을 내리지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어려움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부족해 남도 못 맞추는 영역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가능한 조건(길이·발화 수·겹침)으로는 오류 패턴이 설명되지 않음 — 분위구간 차이 최대 1.8%p, 방향도 엇갈림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성별이 애매하게 들리는 통화 자체가 일부 있을 가능성(탐색적 추정, 확정 아님)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표본이 작아(81·97건) 어떤 조건에서 특히 어려운지 더 좁히기 어려움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성능의 개선 여지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맞출 여지가 있는 영역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통계에는 피치(F0, 기본주파수)가 직접 들어있지 않음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탐색에서 일부 고차 MFCC에 패턴이 보였으나 사후 탐색이라 확정 아님 — F0를 직접 추가하면 개선 여지(후속 가설)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회귀를 짝지어 검정(McNemar)하지 않아 두 모델 차이의 통계적 유의성은 미확인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4663440"/>
            <a:ext cx="365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4663440"/>
            <a:ext cx="481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자동 인식으로 신고 접수 기록을 자동화 — 상담 인력 배치 참고 정보로 활용 가능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33008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15888" y="47731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향후 계획 (제출 기한 내 미착수)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15888" y="5074920"/>
            <a:ext cx="513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F0(기본 주파수) 추가 — 상대적 우선순위만 상승, 확정 아님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 짝지어 검정 (McNemar / paired bootstrap)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화자 단위 정성 분석 — 소수 화자가 오류를 몰아서 만드는지 확인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규칙상 '발화 하나만 보고' 판단해야 함 — 통화 전체 정보 없이 목소리 자체에서 화자를 구분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사람의 한 발화 조각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(startAt~endAt 구간만)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신고자(1) / 119대원(0)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통계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LightGBM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확장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GBM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Mel-spectrogram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CNN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신고자/대원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대원은 전화 헤드셋·일정한 말투, 신고자는 휴대전화·잡음·긴박함 → 음향 차이 존재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한계 확인 후, 소리 모양 전체를 이미지처럼 보는 CNN(L2)으로 확장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정보(같은 통화 다른 발화 비교)는 규칙 위반이라 설계에서 제외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83.78% → L2 CNN 90.89% — 모델 구조 변경으로 +7%p 이상 향상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640080" y="2377440"/>
          <a:ext cx="4206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9377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+7.1%p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대비 향상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기각한 실험  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〔N〕</a:t>
            </a:r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보정, 가중치 조정 등 — decisions.md)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미만 짧은 발화("네", "여보세요")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규모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3천→9천 통화 +1.1%p, 전체 29,200 통화에서는 정체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 자동 분리 → 신고 내용 분석·기록 자동화의 첫 단계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docs/experiment_log.md, docs/decisions.md, reports/mission2/  ※ Baseline은 내부 분할, L1·L2는 공식 Validation 기준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신고자/대원 분류 — 다른 접근과 기각/보류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채택한 CNN 하나로 끝내지 않고 여러 방향을 검증 — 효과 없거나 규칙에 어긋난 조합은 이유와 함께 기록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274320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시도했나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 단위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 내 다른 발화와 비교한 통계(상대 길이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 + L2 블렌딩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모델(GBM)과 CNN 예측을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CNN(L2)보다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시드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구조를 다른 seed로 여러 번 학습해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소규모 검증 통과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확장 검토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다중 모델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구조가 다른 CNN 2개 추가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대기〕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 (GPU 대기)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사전학습 화자 임베딩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 화자 인식 모델 fine-tuning 파일럿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반영 예정〕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760720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576072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760720"/>
            <a:ext cx="10591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표를 넣나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서면 심사라 "더 해본 건 없나"에 답할 기회가 따로 없음 — 시도와 기각 이유를 미리 남겨 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(M2-ENS-001 2026-09-28 기각), docs/experiment_log.md, colab_scripts/ 파일럿 스크립트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기준선부터 RoBERTa 문맥 모델을 검증하고, 최종 3-seed + TF-IDF 앙상블 채택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원본 순서 유지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시간·speaker 미사용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42·43·44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기준선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55:45 평균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≥0.5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모델은 Training 29,200건 전체로 학습하고, 가중치는 Training 내부 홀드아웃에서 미리 결정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Validation은 최종 평가에만 사용; 평가 데이터로 모델·임계값을 선택하지 않음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9종만 평가하고 그 밖의 annotation, startAt, id 기반 정렬·사용은 배제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3-seed RoBERTa + TF-IDF 앙상블: 공식 Validation Macro F1 65.34%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65.34%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예측 149건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 가중치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평균 0.55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TF-IDF 0.45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697480"/>
          <a:ext cx="37490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구성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 3개 + TF-IDF 1개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 크기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4.05GB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추론(A100)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3,640건 109초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추론(CPU)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203건 표본 462초 (로딩 포함)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전사문에서 환자 증상을 자동 태깅해 상황실의 기록·판단을 보조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m3_final_train.executed.ipynb. 모델별 점수 차이가 특정 원인만의 효과임을 뜻하지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최종 모델 선정 — 검증에서 제출까지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앙상블 기각과 최종 앙상블 채택은 서로 다른 실험 — 검증 조건을 구분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LR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KcBERT-005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모델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RoBERTa-003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 결합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앙상블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0.6510 (기각)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채택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3-seed + 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4526280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4526280"/>
            <a:ext cx="10591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선정 근거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평균 55% + TF-IDF 45%, 임계값 0.5 고정. 결합 비율은 Training 내부 홀드아웃에서 확정.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" y="5559552"/>
            <a:ext cx="11277295" cy="795528"/>
          </a:xfrm>
          <a:prstGeom prst="roundRect">
            <a:avLst>
              <a:gd name="adj" fmla="val 11494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59552"/>
            <a:ext cx="3657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559552"/>
            <a:ext cx="10591495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 주의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 → 0.6534는 학습 데이터량·모델 구성이 모두 달라 통제 실험의 개선 폭으로 해석하지 않음.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(M3-FINAL-002, 2026-10-11), submission/mission3/README.md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로지스틱 회귀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90.89%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RoBERTa×3 + TF-IDF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65.34%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오심·두통 오류 분석, 최종 앙상블 추론 효율 개선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2026-10-12T07:46:21Z</dcterms:created>
  <dcterms:modified xsi:type="dcterms:W3CDTF">2026-10-12T07:46:21Z</dcterms:modified>
</cp:coreProperties>
</file>