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맑은 고딕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맑은 고딕"/>
              </a:rPr>
              <a:t>최종 RoBERTa 시드별·앙상블 공식 Val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RoBERTa s42</c:v>
                  </c:pt>
                  <c:pt idx="1">
                    <c:v>RoBERTa s43</c:v>
                  </c:pt>
                  <c:pt idx="2">
                    <c:v>RoBERTa s44</c:v>
                  </c:pt>
                  <c:pt idx="3">
                    <c:v>최종 앙상블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64.79</c:v>
                </c:pt>
                <c:pt idx="1">
                  <c:v>64.41</c:v>
                </c:pt>
                <c:pt idx="2">
                  <c:v>64.45</c:v>
                </c:pt>
                <c:pt idx="3">
                  <c:v>65.34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M3-ERR-001의 '전사 근거 없음'은 키워드 정규식 기준이다. 직접 표기되지 않는 증상도 있을 수 있어 라벨 오류라고 단정하면 안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② ROBERTA-002 대비 ROBERTA-003 동일 내부 분할 3-seed 평균 0.6241→0.6427(+0.0186). ③ M3-ENS-001 KcBERT+RoBERTa 평균 0.6455 vs ROBERTA-003 0.6427, +0.0028로 기각. ④ M3-FINAL-002 공식 Val 0.6534, Training 내부에서 미리 고른 0.55/0.45 결합. 서로 다른 데이터 조건의 단계별 수치를 한 실험의 통제된 성능 향상으로 해석하지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로지스틱 회귀·LightGBM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(19p)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통화에서 신고자의 발화만 듣고, 성별이 남성인지 여성인지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94.92% 대비 +0.19%p — 더 단순하고 해석 쉬운 로지스틱 회귀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음향 특징 구성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목소리를 52차원 숫자로 압축 — 어떤 정보를 담았는지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889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3931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duration(발화 길이)는 의도적으로 제외 — 길이로 성별을 "눈치채는" 손쉬운 지름길 학습 방지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LightGBM과 로지스틱 회귀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로지스틱 회귀를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회귀가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로지스틱 회귀를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결론과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개선 여지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회귀를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 짝지어 검정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증상 예측: 단어 기반 기준선의 오류를 살펴보고 문맥 모델과 결합한 이유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seed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예측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0.55:0.45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0.5 판정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Macro F1 65.34% — 수치뿐 아니라 예측 오류와 추론 비용도 함께 점검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65.34%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예측 0개  149건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F1 0.400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 F1 0.532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697480"/>
          <a:ext cx="3749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발견: 전사에 없는 단서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88336"/>
            <a:ext cx="396209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키워드 탐색상 전사에 직접 근거가 드러나지 않는 양성 라벨이 존재. 이를 곧바로 오라벨로 단정하지 않음.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406640" y="3529584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3630168"/>
            <a:ext cx="3962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결정: 문맥 + 키워드 결합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3977640"/>
            <a:ext cx="396209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45%. 결합 비율은 Training 내부에서 미리 고정.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406640" y="4818888"/>
            <a:ext cx="4327855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589520" y="4928616"/>
            <a:ext cx="3962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한계: 희소 증상과 계산 비용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589520" y="5294376"/>
            <a:ext cx="396209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F1 0.400 · 두통 0.532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GPU(A100) 전체 3,640건 109초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 203건 표본 462초(로딩 포함)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docs/experiment_log.md M3-ERR-001. 키워드 기반 오류 분석은 탐색적 결과임.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어떤 실험을 왜 채택·기각했는가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순위보다 결정 근거: 작은 개선은 기각하고, 평가 데이터는 모델 선택에 쓰지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246888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기준선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LR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 0.5689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31693" y="306324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93338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93338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93338" y="2606040"/>
            <a:ext cx="246888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93338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검증한 가설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530498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soft-F1 보조 손실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+0.0186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67832" y="306324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29477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29477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29477" y="2606040"/>
            <a:ext cx="246888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9477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기각한 결합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466637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KcBERT+RoBERTa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+0.0028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903970" y="306324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65615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265615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65615" y="2606040"/>
            <a:ext cx="246888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65615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최종 채택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402775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RoBERTa×3+TF-IDF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 0.6534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4453128"/>
            <a:ext cx="5474056" cy="1664208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67512" y="4572000"/>
            <a:ext cx="505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REJECT  |  왜 기각했나?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67512" y="4983480"/>
            <a:ext cx="5053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내부 분할에서 KcBERT+RoBERTa 결합 이득은 +0.0028. 사전 기준 +0.01에 못 미치고, 두 모델의 오류도 겹침.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60440" y="4453128"/>
            <a:ext cx="5474056" cy="1664208"/>
          </a:xfrm>
          <a:prstGeom prst="roundRect">
            <a:avLst>
              <a:gd name="adj" fmla="val 5495"/>
            </a:avLst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470752" y="4572000"/>
            <a:ext cx="505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ADOPT  |  왜 최종 채택했나?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6470752" y="4983480"/>
            <a:ext cx="5053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+ TF-IDF의 결합 비율을 Training 내부에서 사전 확정. 전체 Training으로 학습한 뒤 공식 Val에서는 채점만 수행.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M3-ENS-001·M3-ROBERTA-003·M3-FINAL-002. 내부/공식 Val 및 학습 조건이 달라 점수의 단순 차이를 인과적 개선으로 보지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로지스틱 회귀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RoBERTa×3 + TF-IDF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오심·두통 오류 분석, 최종 앙상블 추론 효율 개선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2026-10-12T16:16:42Z</dcterms:created>
  <dcterms:modified xsi:type="dcterms:W3CDTF">2026-10-12T16:16:42Z</dcterms:modified>
</cp:coreProperties>
</file>