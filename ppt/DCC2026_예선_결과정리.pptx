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· 공식 Val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최종 RoBERTa×3 + TF-IDF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8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M3-ENS-001(내부 3-seed 평균 0.6455 vs RoBERTa 0.6427, +0.0028 &lt; 사전 기준 +0.01로 기각)·M3-FINAL-002(최종 RoBERTa×3 + TF-IDF, 사전 가중치 0.55/0.45, 공식 Val 0.6534), submission/mission3/README.md, docs/experiment_log.md M3-ERR-001. 상단 차트는 공식 Val만; REJECT 카드 수치는 Training 내부 80:20 홀드아웃으로 공식 Val과 직접 비교하지 않음. 공식 Val 단일 vs 최종 점수 차이를 통제 실험의 개선으로 해석하지 않음. 오류 분석 '근거 없음'은 키워드 정규식 기준으로 오라벨 단정이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gi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anim/m2_waveform_to_mel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anim/speakers_separatio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73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앙상블이라고 모두 채택하지 않았다 — 내부 개선폭과 사전 기준으로 선택을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· 과거 결합 기각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+ RoBERTa: 동일 내부 분할에서 +0.0028. 사전 채택 기준 +0.01에 미달하고 오류도 많이 겹침.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· 최종 가중 결합 채택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55% + TF-IDF 45%. 결합 비율은 Training 홀드아웃에서 사전 확정, 공식 Val은 채점만 수행.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모델의 오류가 달라 앙상블로 보완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(키워드 정규식 기준 탐색,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M3-ENS-001·M3-FINAL-002, docs/experiment_log.md M3-ERR-001. 서로 다른 학습 조건의 공식 Val 점수 차이는 인과 효과가 아님.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anim/flow_pipelin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2194560"/>
            <a:ext cx="1097280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2026-10-12T22:42:01Z</dcterms:created>
  <dcterms:modified xsi:type="dcterms:W3CDTF">2026-10-12T22:42:01Z</dcterms:modified>
</cp:coreProperties>
</file>