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GBM</c:v>
                  </c:pt>
                  <c:pt idx="1">
                    <c:v>LR 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5절 'Cohen's d' 결과를 확정적 원인으로 서술하지 말 것 — 보고서 원문의 표현 규칙을 그대로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M3-B(17p)의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오류 분석 상세)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LR·GBM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(17p)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성별은 목소리 높낮이 차이가 커서 — 단순하고 해석 가능한 모델로 충분히 높은 정확도를 노림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 · endAt · speaker만 사용)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 / 여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라벨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(LR)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차이는 음높이 같은 저수준 음향 특징에 이미 크게 드러남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GBM과 정확도 차이가 0.19%p로 작아 더 단순하고 해석 쉬운 LR 채택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2026-10-05: 제출 기한을 고려해 LR을 1차 제출 후보로 고정 — 추가 학습·F0 특징 추가는 보류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3,640건에서 Accuracy 95.11% — 두 모델 모두 95% 안팎으로 안정적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118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2793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혼동행렬 (오분류 178건)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35424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5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길이·발화 수·겹침 비율 — 분위구간별 오류율 차이가 최대 1.8%p로 작고, 길이·발화 수는 방향마저 반대라 뚜렷한 원인으로 보기 어려움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94.8~95.0% vs 공식 95.1% — 차이 작음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53(가중치 52 + 절편)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학습/추론 환경 CPU (경량 모델)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Validation 3,640건 일괄 처리  · 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〔미측정〕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M1_error_analysis_report.md,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오류 분석 상세 (왜 틀렸나)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수·겹침만으로는 오류가 설명되지 않음 — 세 축 모두 분위구간 차이가 작고 방향도 엇갈림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LR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해석의 한계와 다음 실험 후보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이 보고서가 지키는 기록 원칙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2743200"/>
            <a:ext cx="5135728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8346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31520" y="2834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확정된 관찰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2834640"/>
            <a:ext cx="353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[사실]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63824"/>
            <a:ext cx="495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로그에 그대로 찍힌 숫자, 재현 가능한 사실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분위구간별 오류율표, 혼동행렬 178건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3886200"/>
            <a:ext cx="5135728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9776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977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탐색적 해석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2148840" y="3977640"/>
            <a:ext cx="353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[사람의 판단]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4306824"/>
            <a:ext cx="495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관찰로부터 사람이 내린 해석. 반증 가능하고 잠정적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"세 축이 오류의 주 원인이라는 근거는 약하다"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" y="5029200"/>
            <a:ext cx="5135728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51206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후속 가설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2148840" y="5120640"/>
            <a:ext cx="3535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[아직 증거 아님]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5449824"/>
            <a:ext cx="495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실험에서 확인할 아이디어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F0(피치) 후보 우선순위 상승 — "F0가 답"은 아님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233008" y="2240280"/>
            <a:ext cx="550148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방법론적 한계 (있는 그대로)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415888" y="2743200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6617056" y="2743200"/>
            <a:ext cx="490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다중비교·사후 선택 편향 — 52개 중 값이 큰 축만 추려 봄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415888" y="308152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617056" y="3081528"/>
            <a:ext cx="490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작음 (F→M 81건, M→F 97건)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415888" y="3419856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6617056" y="3419856"/>
            <a:ext cx="490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GBM·LR paired 검정(McNemar) 아직 미실시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415888" y="3758184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617056" y="3758184"/>
            <a:ext cx="490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분위구간 분석은 비선형·국소 패턴을 놓칠 수 있음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6415888" y="4096512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•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617056" y="4096512"/>
            <a:ext cx="490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내부·공식 결과가 가깝다는 것은 leakage 미관찰 정황일 뿐, 증명은 아님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233008" y="4754880"/>
            <a:ext cx="550148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15888" y="486460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다음 실험 후보 (아직 미착수)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415888" y="5138928"/>
            <a:ext cx="51357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GBM vs LR paired test (McNemar / paired bootstrap)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6·7절 — "현재 M1 상태: 잠정 종료, EXP-002는 아직 착수하지 않음"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TF-IDF+LR을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LR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2026-10-07T13:17:21Z</dcterms:created>
  <dcterms:modified xsi:type="dcterms:W3CDTF">2026-10-07T13:17:21Z</dcterms:modified>
</cp:coreProperties>
</file>