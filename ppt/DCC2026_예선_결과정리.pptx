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M3-B(15p)의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LR·GBM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(15p)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성별은 목소리 높낮이 차이가 커서 — 단순하고 해석 가능한 모델로 충분히 높은 정확도를 노림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 · endAt · speaker만 사용)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 / 여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라벨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(LR)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차이는 음높이 같은 저수준 음향 특징에 이미 크게 드러남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GBM과 정확도 차이가 0.19%p로 작아 더 단순하고 해석 쉬운 LR 채택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2026-10-05: 제출 기한을 고려해 LR을 1차 제출 후보로 고정 — 추가 학습·F0 특징 추가는 보류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3,640건에서 Accuracy 95.11% — 두 모델 모두 95% 안팎으로 안정적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118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2793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35424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길이·발화 수·겹침 비율 — 분위구간별 오류율 차이가 최대 1.8%p로 작고, 길이·발화 수는 방향마저 반대라 뚜렷한 원인으로 보기 어려움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94.8~95.0% vs 공식 95.1% — 차이 작음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53(가중치 52 + 절편)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학습/추론 환경 CPU (경량 모델)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Validation 3,640건 일괄 처리  · 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〔미측정〕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M1_error_analysis_report.md,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TF-IDF+LR을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LR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2026-10-07T13:05:46Z</dcterms:created>
  <dcterms:modified xsi:type="dcterms:W3CDTF">2026-10-07T13:05:46Z</dcterms:modified>
</cp:coreProperties>
</file>