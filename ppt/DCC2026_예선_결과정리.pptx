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맑은 고딕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맑은 고딕"/>
              </a:rPr>
              <a:t>최종 RoBERTa 시드별·앙상블 공식 Val F1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C34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RoBERTa s42</c:v>
                  </c:pt>
                  <c:pt idx="1">
                    <c:v>RoBERTa s43</c:v>
                  </c:pt>
                  <c:pt idx="2">
                    <c:v>RoBERTa s44</c:v>
                  </c:pt>
                  <c:pt idx="3">
                    <c:v>최종 앙상블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64.79</c:v>
                </c:pt>
                <c:pt idx="1">
                  <c:v>64.41</c:v>
                </c:pt>
                <c:pt idx="2">
                  <c:v>64.45</c:v>
                </c:pt>
                <c:pt idx="3">
                  <c:v>65.34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과거 앙상블 r3+k12+p0은 0.6510으로 기각; 최종 제출 모델은 100% Training 기반 RoBERTa 3-seed + TF-IDF 앙상블로 별도 채택.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기준선부터 RoBERTa 문맥 모델을 검증하고, 최종 3-seed + TF-IDF 앙상블 채택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전사문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(utterances[].text만)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원본 순서 유지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시간·speaker 미사용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42·43·44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55:45 평균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≥0.5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모델은 Training 29,200건 전체로 학습하고, 가중치는 Training 내부 홀드아웃에서 미리 결정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Validation은 최종 평가에만 사용; 평가 데이터로 모델·임계값을 선택하지 않음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9종만 평가하고 그 밖의 annotation, startAt, id 기반 정렬·사용은 배제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3-seed RoBERTa + TF-IDF 앙상블: 공식 Validation Macro F1 65.34%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65.34%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· 공식 Val 3,640건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913632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13632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913632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F1  0.6690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예측 149건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앙상블 가중치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평균 0.55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TF-IDF 0.45</a:t>
            </a:r>
            <a:endParaRPr lang="en-US" sz="13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154680" y="2697480"/>
          <a:ext cx="3749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구성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RoBERTa-large 3개 + TF-IDF 1개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 크기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4.05GB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추론(A100)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3,640건 109초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추론(CPU)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203건 표본 462초 (로딩 포함)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전사문에서 환자 증상을 자동 태깅해 상황실의 기록·판단을 보조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submission/mission3/README.md, m3_final_train.executed.ipynb. 모델별 점수 차이가 특정 원인만의 효과임을 뜻하지 않음.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최종 모델 선정 — 검증에서 제출까지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앙상블 기각과 최종 앙상블 채택은 서로 다른 실험 — 검증 조건을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기준선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+ LR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0.5689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KcBERT-005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0.6246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단일 모델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RoBERTa-003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 결합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앙상블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0.6510 (기각)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채택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3-seed + 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0.6534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선정 근거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RoBERTa 3-seed 평균 55% + TF-IDF 45%, 임계값 0.5 고정. 결합 비율은 Training 내부 홀드아웃에서 확정.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59552"/>
            <a:ext cx="11277295" cy="795528"/>
          </a:xfrm>
          <a:prstGeom prst="roundRect">
            <a:avLst>
              <a:gd name="adj" fmla="val 11494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59552"/>
            <a:ext cx="3657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59552"/>
            <a:ext cx="1059149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 주의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0.6433 → 0.6534는 학습 데이터량·모델 구성이 모두 달라 통제 실험의 개선 폭으로 해석하지 않음.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(M3-FINAL-002, 2026-10-11), submission/mission3/README.md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RoBERTa×3 + TF-IDF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65.34%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오심·두통 오류 분석, 최종 앙상블 추론 효율 개선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2026-10-12T07:44:12Z</dcterms:created>
  <dcterms:modified xsi:type="dcterms:W3CDTF">2026-10-12T07:44:12Z</dcterms:modified>
</cp:coreProperties>
</file>