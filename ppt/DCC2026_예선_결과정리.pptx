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발화 수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0.5초
미만</c:v>
                  </c:pt>
                  <c:pt idx="1">
                    <c:v>0.5~1초</c:v>
                  </c:pt>
                  <c:pt idx="2">
                    <c:v>1~2초</c:v>
                  </c:pt>
                  <c:pt idx="3">
                    <c:v>2초
이상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8954</c:v>
                </c:pt>
                <c:pt idx="1">
                  <c:v>27392</c:v>
                </c:pt>
                <c:pt idx="2">
                  <c:v>36858</c:v>
                </c:pt>
                <c:pt idx="3">
                  <c:v>38743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 수에 따른 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모델 1개
(평균)</c:v>
                  </c:pt>
                  <c:pt idx="1">
                    <c:v>모델 2개
평균</c:v>
                  </c:pt>
                  <c:pt idx="2">
                    <c:v>모델 3개
평균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90.97</c:v>
                </c:pt>
                <c:pt idx="1">
                  <c:v>91.41</c:v>
                </c:pt>
                <c:pt idx="2">
                  <c:v>91.55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LightGBM
(L1)</c:v>
                  </c:pt>
                  <c:pt idx="1">
                    <c:v>CNN 1개</c:v>
                  </c:pt>
                  <c:pt idx="2">
                    <c:v>CNN 3개
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90.97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M3-B(28p)의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방법·시행착오, 김광희 파트)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(28p)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(김광희)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듣고 대원인지 신고자인지 — 목소리를 그림(스펙트로그램)으로 바꿔 CNN 3개로 판정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통화의 발화 하나만 듣고, 말한 사람이 대원인지 신고자인지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변환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× 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다르게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후 평균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발화 111,947개)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L1(LightGBM) 86.44% 대비 +5.05%p — CNN 3-seed 앙상블 채택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데이터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지역 신고 통화 약 3만 건, 발화 100만 개 — 절반 이상이 1.5초 이하의 짧은 발화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85216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학습용(Training, 서울)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29,200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3,640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889,358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111,947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427,161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53,845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발화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462,197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58,102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45720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형식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8kHz, 모노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비율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반반 (신고자 52%)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1.98초, 중간값 1.44초 — "네","예" 같은 짧은 맞장구가 많음. 이게 문제를 어렵게 만드는 핵심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92240" y="2240280"/>
            <a:ext cx="52422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675120" y="237744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 구간별 분포 (공식 Validation)</a:t>
            </a:r>
            <a:endParaRPr lang="en-US" sz="11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583680" y="2697480"/>
          <a:ext cx="505937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2절, reports/mission2/m2_official_val_spec.md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① 첫 번째 접근: 음향 통계 + LightGBM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발화마다 소리 특징을 숫자 53개로 요약해 분류 → 공식 Validation 86.44%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432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높낮이·세기·음색(MFCC) 등 값의 평균과 분산 등 53개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(트리 기반 모델)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703320"/>
            <a:ext cx="1072865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</a:t>
            </a:r>
            <a:endParaRPr lang="en-US" sz="4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451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Accuracy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3931920"/>
            <a:ext cx="7071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추가로 해 본 것 — 모두 큰 개선 없음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89120" y="43342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4315968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추가 3회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61808" y="43342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61808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473288" y="4315968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하이퍼파라미터 튜닝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389120" y="477316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389120" y="4773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800600" y="4754880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가중치 조정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061808" y="477316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61808" y="4773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473288" y="4754880"/>
            <a:ext cx="298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 겹침 구간 처리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3절, docs/experiment_log.md M2-EXP-001~009, M2-COMPARE-001, M2-VAL-001/002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② 보완점 발견과 방향 전환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몇 개로 요약하는 순간, 목소리의 세부 정보가 사라진다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분석에서 나온 약점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513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요약할 정보 자체가 적음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 겹침 구간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소리가 섞인 구간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429000"/>
            <a:ext cx="513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특징을 더 넣어도 이 약점은 그대로였음 (3절 "추가로 해 본 것")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5135728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023360"/>
            <a:ext cx="51357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평균·분산으로 요약하는 과정에서 시간에 따른 변화와 음색의 결 같은 정보가 버려진다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요약하지 말고, 소리를 그림(스펙트로그램) 그대로 학습시키자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선행 연구 근거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Hershey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Architectures for Large-Scale Audio Classification, ICASSP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스펙트로그램 + CNN이 대규모 오디오 분류에서 효과적임을 보임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Nagrani et al.,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VoxCeleb: a large-scale speaker identification dataset, Interspeech 2017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 기반 CNN으로 화자 식별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Ozan, 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Classification of Audio Segments in Call Center Recordings using CRNN, arXiv:2106.02422 (2021)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콜센터 통화의 상담원/고객 구간을 CNN+RNN으로 자동 분류 — 본 미션과 가장 가까운 선행 사례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4절 (인용 2026-10-08 확인)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③ 최종 모델 구조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발화를 소리 그림으로 바꿔 CNN으로 분류하고, 3개 모델의 판단을 평균한다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발화 추출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구간만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잘라냄 (다른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발화는 안 봄)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77224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스펙트로그램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log-mel, 주파수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40칸·20ms 단위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 정규화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16488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길이 맞춤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발화는 무음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6초까지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(자기 자신만)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55752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CNN ×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4층 합성곱+전역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풀링, 각자 확률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95015" y="30632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판정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확률 평균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≥0.5 신고자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0080" y="464515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 구조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0080" y="49377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합성곱 층 4개(32→64→128→256 채널) + 전역 평균 풀링 + 분류층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1개당 파라미터 421,954개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모델이나 외부 데이터 없이, 제공된 데이터만으로 처음부터 학습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5절, src/dcc_data/mission2_cnn.py (SpeakerCNNLarge)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④ 핵심 아이디어 ① 발화 단독 무음 채우기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발화를 무음으로 6초까지 채우기만 해도 +1.16%p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때는 여러 발화를 묶어 가장 긴 발화에 맞춰 무음을 채움 → 모델이 그 분포에 익숙해짐. 채점 때는 발화를 하나씩 넣다 보니, 짧은 발화가 무음 없이 들어가 성능이 떨어짐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때 각 발화를 그 발화 자신만으로 무음을 채워 300프레임(6초)으로 맞춤 — 다른 발화 정보를 쓰지 않으니 규정에도 맞음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480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+1.16%p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193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89.73% → 90.89%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4480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+4.1%p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5193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0.5초 미만: 86.2→90.3%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5778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채우는 길이(300프레임)는 공식 Validation이 아니라 학습 데이터 안의 검증 통화로 정했음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589520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9748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재학습 없이 추론 방식만 고쳐서 얻은 이득 — 모델이 아니라 "학습과 추론의 입력이 서로 달랐다"는 걸 찾아낸 것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6절, docs/experiment_log.md M2-PAD-001, M2-VAL-004/005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⑤ 핵심 아이디어 ② seed 앙상블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CNN을 시작 조건만 바꿔 3번 학습하고 평균하면, 단일 모델보다 0.5%p 높음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0350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640080" y="24231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766560" y="2240280"/>
            <a:ext cx="496793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949440" y="237744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697480"/>
            <a:ext cx="4602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구조·데이터·학습 설정은 같고 무작위 시작값(seed 1/2/3)만 다름 — 실력은 비슷해도 틀리는 발화가 서로 달라서, 평균을 내면 서로의 실수를 보완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4297680"/>
          <a:ext cx="9144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90.90~91.04%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2개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91.39~91.45%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3개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91.55%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949440" y="589788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2개→3개는 오르는 폭이 +0.1%p로 줄어서 3개에서 멈춤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7절, docs/experiment_log.md M2-ENS-002/003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연구 방법 ⑥ 검증했지만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아이디어마다 seed 3개로 반복 실험해 우연이 아닌지 확인했고, 기준에 못 미치면 버렸다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50592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17373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 해상도 2배 (hop80)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처음엔 좋아 보였지만 충분히 학습하면 역전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주파수 칸 수 2배 (40→80)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모두 하락 (평균 −0.68%p)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주파수 눈금 변경 (mel→linear)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모두 하락 (평균 −0.39%p)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보강 (SpecAugment)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−0.12%p (우연 수준)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모델 (ResNet, 파라미터 3배)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화자인식 전용 구조 (ECAPA-TDNN)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+0.27%p, 사전에 정한 기준(+0.5%p) 미달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기준은 실험 전에 정했고, 결과를 보고 바꾸지 않았음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8절, docs/experiment_log.md M2-CNN-005~009, M2-ECAPA-001, M2-FREQ-001, M2-AUG-001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정확도 91.49% (L1 LightGBM 대비 +5.05%p)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840480" cy="39776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68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82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111,947건 중 102,419건 정답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 87.15% · 신고자 recall 95.51%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4348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혼동행렬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690872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↓ · 예측 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대원 (53,845)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46,926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6,919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(58,102)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55,493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0" y="2240280"/>
            <a:ext cx="3931920" cy="39776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4754880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 과정 (공식 Validation)</a:t>
            </a:r>
            <a:endParaRPr lang="en-US" sz="11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663440" y="2697480"/>
          <a:ext cx="37490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3"/>
          <p:cNvSpPr/>
          <p:nvPr/>
        </p:nvSpPr>
        <p:spPr>
          <a:xfrm>
            <a:off x="8778240" y="2240280"/>
            <a:ext cx="2956255" cy="39776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961120" y="2377440"/>
            <a:ext cx="2590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길이별 정확도</a:t>
            </a:r>
            <a:endParaRPr lang="en-US" sz="11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6112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0.5초 미만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8,954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0.5~1초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27,392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87.60%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36,858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89.71%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2초 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38,743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96.05%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8961120" y="557784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 연우님 모델과 공식 Validation 비교 결과 반영 여부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9절, docs/experiment_log.md M2-RERUN-001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오류 분석과 보완점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오류는 짧은 맞장구와 "대원을 신고자로 착각"하는 경우에 몰려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구간: 0.5~1초 (87.60%)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513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"예" 같은 짧은 대답은 대원·신고자가 똑같이 씀 — 목소리만으로는 구분 정보가 거의 없음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오류의 73%가 "대원을 신고자로" 판단한 경우 (6,919건 vs 반대 방향 2,609건)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4114800"/>
            <a:ext cx="5135728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425196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잡음  </a:t>
            </a:r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 라벨이 뒤바뀐 것으로 의심되는 통화가 있었음. 대회 규정(전사 텍스트로 라벨 수정 금지)에 따라 고치지 않고 제공된 라벨 그대로 학습 — 의심 사례는 별도로 기록해 둠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 vs 모델 성능의 개선 여지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697480"/>
            <a:ext cx="51357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쪽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방법(§8)으로도 비슷한 지점(짧은 발화)에서 성능이 멈춤 — 오류 상당 부분은 "한 발화만 보고 판단"이라는 조건 자체에서 비롯된 것으로 봄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쪽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대원→신고자 쏠림(73%)은 비대칭 — 구조·입력을 여러 방향(§8)으로 바꿔도 못 줄였다는 점에서, 지금 접근으로는 쉽게 안 줄어드는 영역으로 판단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10절, docs/experiment_log.md M2-COMPARE-002, M2-LABEL-001~003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계산 효율성 (대회 권장 항목)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속도를 개선해 에폭당 약 25분 → 약 7분(약 3.5배)으로 줄임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603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파라미터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1개 421,954 × 3 = Total 1,265,862 / Active 1,265,862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Colab NVIDIA Tesla T4 1개, 혼합 정밀도, 에폭당 약 7분, 시드별 20~24에폭(자동 조기 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(Intel Xeon 2.0GHz 2코어), GPU 미사용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batch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(발화 하나씩)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 추론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85.3분, 발화당 평균 45.7ms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저장 방식 개선(스펙트로그램을 float16 하나로 묶어 메모리 매핑) + 혼합 정밀도(AMP) 적용 덕분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12절, docs/decisions.md 2026-10-05 (학습 속도 개선 항목)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— 사회안전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목소리만으로 "누가 말했는지"를 자동으로 나누면, 신고 접수 기록과 분석을 빠르게 만들 수 있음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내용 자동 정리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통화를 대원·신고자 발화로 자동 분리하면, 신고자가 말한 증상·위치만 골라 요약하거나 다음 단계(증상 분류 등, Mission 3)에 넘길 수 있음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420624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4206240"/>
            <a:ext cx="48156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품질 관리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발화만 모아 응대 절차 준수 여부를 점검하는 등, 사후 분석 시간을 줄일 수 있음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3008" y="2240280"/>
            <a:ext cx="5501488" cy="1828800"/>
          </a:xfrm>
          <a:prstGeom prst="roundRect">
            <a:avLst>
              <a:gd name="adj" fmla="val 5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0168" y="2240280"/>
            <a:ext cx="365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781648" y="22402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측면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내용(텍스트) 없이 음향만으로 동작해서, 내용을 보지 않고도 1차 분류가 가능함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33008" y="4206240"/>
            <a:ext cx="5501488" cy="2011680"/>
          </a:xfrm>
          <a:prstGeom prst="roundRect">
            <a:avLst>
              <a:gd name="adj" fmla="val 4545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415888" y="43159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 적용 시 개선점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15888" y="461772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2초 이상 발화는 96%로 믿을 만함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맞장구는 실제 서비스에서 앞뒤 발화 맥락을 함께 쓰면 보완 가능 — 대회에서는 금지된 정보라 쓰지 않음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미션2_PPT_제작의뢰_초안.md 13절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TF-IDF+로지스틱 회귀를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91.49%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 (김광희)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31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2026-10-08T05:06:45Z</dcterms:created>
  <dcterms:modified xsi:type="dcterms:W3CDTF">2026-10-08T05:06:45Z</dcterms:modified>
</cp:coreProperties>
</file>